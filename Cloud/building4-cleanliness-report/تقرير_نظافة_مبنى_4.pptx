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الأرضيات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ومناديل متراكمة.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مستعصية بحاجة إلى صيانة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معالجة، بينما القابلة للإزالة يكفيها التنظيف المنتظم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كهرباء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الكهرباء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صابونة تحتاج لصيانة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وتسرب، وتحتاج لصيانة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وتآكل، وتحتاج لصيانة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الزر، وتحتاج لصيانة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المعطلة تحرم المستخدمين من غسل اليدين وتحتاج لصيانة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تكلسات بسبب كثرة ترسب المياه حول المرحاض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وآثار تكلسات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تحت المغسلة وحول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التكلسات الناتجة عن ترسب المياه ورواسب فواصل البلاط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المناديل المتراكمة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مليئة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الحاوية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التنظيف وإفراغ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pic>
        <p:nvPicPr>
          <p:cNvPr id="3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300" dirty="0"/>
          </a:p>
        </p:txBody>
      </p:sp>
      <p:pic>
        <p:nvPicPr>
          <p:cNvPr id="5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300" dirty="0"/>
          </a:p>
        </p:txBody>
      </p:sp>
      <p:pic>
        <p:nvPicPr>
          <p:cNvPr id="7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300" dirty="0"/>
          </a:p>
        </p:txBody>
      </p:sp>
      <p:pic>
        <p:nvPicPr>
          <p:cNvPr id="9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16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وجود علبة مياه ملقاة في ممر المقاعد</a:t>
            </a:r>
            <a:endParaRPr lang="ar-SA" sz="1500" dirty="0"/>
          </a:p>
        </p:txBody>
      </p:sp>
      <p:pic>
        <p:nvPicPr>
          <p:cNvPr id="7" name="Photo 75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9" name="Photo 86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البقع القابلة للإزالة بالتنظيف المنتظم، ومعالجة البقع المتشربة في البلاط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2026-10-17T20:30:33Z</dcterms:created>
  <dcterms:modified xsi:type="dcterms:W3CDTF">2026-10-17T20:30:33Z</dcterms:modified>
</cp:coreProperties>
</file>